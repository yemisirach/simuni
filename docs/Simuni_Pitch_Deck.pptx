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0B5C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B5C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SIMUNI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platform for field agents, routes, orders, and invoices.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Field Sales · GPS Route Tracking · Order Collection · Delivery · E-Invoicing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Ethiopian businesses  |  ETB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businesses run on notebooks and phone calls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810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don't know where agents are or whether they visited every customer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9480" y="18105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orders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scribbled on paper, then re-typed later — slow, and full of errors.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4187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invoices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created back at the office, days after a delivery — payment collection drags.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931920"/>
            <a:ext cx="53035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76200" dist="25400" dir="5400000">
              <a:srgbClr val="666666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4206240"/>
            <a:ext cx="502920" cy="50292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69480" y="4187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is overkill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4800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ERP tools are built for large enterprises: too complex, too expensive, too slow to learn.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4846320"/>
            <a:ext cx="3657600" cy="3657600"/>
          </a:xfrm>
          <a:prstGeom prst="ellipse">
            <a:avLst/>
          </a:prstGeom>
          <a:solidFill>
            <a:srgbClr val="083D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Simuni brings it all into one simple workspace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 helps businesses manage field agents, customer orders, delivery routes, and payments — from one simple platform. Not a complex ERP: a fast, daily operations tool.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of every agent and route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55848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10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order collection in the field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922776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770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confirmation the moment it happens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9704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439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e-invoice generation and payment status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1188720"/>
            <a:ext cx="3749040" cy="429768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Promise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187452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“Simuni helps businesses manage field agents, customer orders, delivery routes, and payments from one simple platform.”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like WhatsApp.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complicated like ERP.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workspace setup to collected payment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Simuni workflow,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3685032"/>
            <a:ext cx="133502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8346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0F7A5C"/>
          </a:solidFill>
          <a:ln/>
          <a:effectLst>
            <a:outerShdw sx="100000" sy="100000" kx="0" ky="0" algn="bl" rotWithShape="0" blurRad="76200" dist="25400" dir="5400000">
              <a:srgbClr val="666666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workspace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56862" y="3685032"/>
            <a:ext cx="133502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2419502" y="28346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0B5C45"/>
          </a:solidFill>
          <a:ln/>
          <a:effectLst>
            <a:outerShdw sx="100000" sy="100000" kx="0" ky="0" algn="bl" rotWithShape="0" blurRad="76200" dist="25400" dir="5400000">
              <a:srgbClr val="666666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19502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0942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27725" y="3685032"/>
            <a:ext cx="133502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0365" y="28346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0F7A5C"/>
          </a:solidFill>
          <a:ln/>
          <a:effectLst>
            <a:outerShdw sx="100000" sy="100000" kx="0" ky="0" algn="bl" rotWithShape="0" blurRad="76200" dist="25400" dir="5400000">
              <a:srgbClr val="666666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0365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1805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route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98587" y="3685032"/>
            <a:ext cx="133502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Shape 15"/>
          <p:cNvSpPr/>
          <p:nvPr/>
        </p:nvSpPr>
        <p:spPr>
          <a:xfrm>
            <a:off x="6161227" y="28346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0B5C45"/>
          </a:solidFill>
          <a:ln/>
          <a:effectLst>
            <a:outerShdw sx="100000" sy="100000" kx="0" ky="0" algn="bl" rotWithShape="0" blurRad="76200" dist="25400" dir="5400000">
              <a:srgbClr val="66666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61227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52667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69450" y="3685032"/>
            <a:ext cx="133502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9"/>
          <p:cNvSpPr/>
          <p:nvPr/>
        </p:nvSpPr>
        <p:spPr>
          <a:xfrm>
            <a:off x="8032090" y="28346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0F7A5C"/>
          </a:solidFill>
          <a:ln/>
          <a:effectLst>
            <a:outerShdw sx="100000" sy="100000" kx="0" ky="0" algn="bl" rotWithShape="0" blurRad="76200" dist="25400" dir="5400000">
              <a:srgbClr val="666666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3209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23530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order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02952" y="2834640"/>
            <a:ext cx="1737360" cy="1737360"/>
          </a:xfrm>
          <a:prstGeom prst="roundRect">
            <a:avLst>
              <a:gd name="adj" fmla="val 6316"/>
            </a:avLst>
          </a:prstGeom>
          <a:solidFill>
            <a:srgbClr val="0B5C45"/>
          </a:solidFill>
          <a:ln/>
          <a:effectLst>
            <a:outerShdw sx="100000" sy="100000" kx="0" ky="0" algn="bl" rotWithShape="0" blurRad="76200" dist="25400" dir="5400000">
              <a:srgbClr val="666666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02952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994392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tracked in real time — owners see agent location, order status, and payment status live.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Ethiopia's field-sales businesses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0" y="1810512"/>
            <a:ext cx="640080" cy="64008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distributors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1810512"/>
            <a:ext cx="640080" cy="64008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companies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1554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92640" y="1810512"/>
            <a:ext cx="640080" cy="64008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0" y="1810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1248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sellers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0" y="4050792"/>
            <a:ext cx="640080" cy="64008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merchants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89120" y="3794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4050792"/>
            <a:ext cx="640080" cy="64008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suppliers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0" y="3794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92640" y="4050792"/>
            <a:ext cx="640080" cy="640080"/>
          </a:xfrm>
          <a:prstGeom prst="ellipse">
            <a:avLst/>
          </a:prstGeom>
          <a:solidFill>
            <a:srgbClr val="E4F1EB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distributors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any business with delivery agents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modules. One workspace.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Management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8" name="Shape 6"/>
          <p:cNvSpPr/>
          <p:nvPr/>
        </p:nvSpPr>
        <p:spPr>
          <a:xfrm>
            <a:off x="3611880" y="16916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4448" y="23317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Management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19088" y="23317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16916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53728" y="233172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Management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" y="4434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38328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11880" y="3794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84448" y="4434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Collection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1792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28" name="Shape 26"/>
          <p:cNvSpPr/>
          <p:nvPr/>
        </p:nvSpPr>
        <p:spPr>
          <a:xfrm>
            <a:off x="6446520" y="3794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4434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Management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052560" y="35661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B5C45"/>
          </a:solidFill>
          <a:ln/>
        </p:spPr>
      </p:sp>
      <p:sp>
        <p:nvSpPr>
          <p:cNvPr id="32" name="Shape 30"/>
          <p:cNvSpPr/>
          <p:nvPr/>
        </p:nvSpPr>
        <p:spPr>
          <a:xfrm>
            <a:off x="9281160" y="3794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92811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53728" y="443484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Modules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stack, built to run on low bandwidth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TypeScript, Tailwind CSS, Shadcn UI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103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35440" y="1691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2103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PostGIS, via Prisma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+ Redis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37490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&amp; Routing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4343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OpenStreetMap, MapLibre, OSRM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7490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343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52560" y="374904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  <a:effectLst>
            <a:outerShdw sx="100000" sy="100000" kx="0" ky="0" algn="bl" rotWithShape="0" blurRad="63500" dist="25400" dir="5400000">
              <a:srgbClr val="66666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43434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Direction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principles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00784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like WhatsApp, not complicated like ERP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E4F1EB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59152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21284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017520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87121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Ethiopian businesses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E4F1EB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75888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5295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low internet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187952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34256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1879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buttons, easy workflows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E4F1EB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92624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92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484632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training required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5504688"/>
            <a:ext cx="10424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1E7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5650992"/>
            <a:ext cx="274320" cy="274320"/>
          </a:xfrm>
          <a:prstGeom prst="ellipse">
            <a:avLst/>
          </a:prstGeom>
          <a:solidFill>
            <a:srgbClr val="0F7A5C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650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5046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daily operations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5C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success criteria — already scaffolded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using Simuni today can: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create a workspace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691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9164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32520" y="1691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customers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88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routes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27889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2788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agents live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27889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788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3252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orders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886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886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388620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83D2E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388620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32520" y="38862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daily performance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B5C45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B5C4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daily operations businesses actually use.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 — simple connection between businesses, agents, customers, and deliveries.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45752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2026-07-29T08:53:44Z</dcterms:created>
  <dcterms:modified xsi:type="dcterms:W3CDTF">2026-07-29T08:53:44Z</dcterms:modified>
</cp:coreProperties>
</file>